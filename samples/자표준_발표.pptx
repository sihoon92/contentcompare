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환경 조건은 챔버 기준, 셀 표면 온도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 조건은 SOC 50%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공칭전압 3.89V, 0.1C 조건 기준 / 측정 조건: 0.1C, 4.55V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72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배터리 셀 규격 리뷰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216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적용 규격: SEC Req. ver.4.7 (배터리승인규격 ver 4.7)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환경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1260000"/>
          <a:ext cx="792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/>
                <a:gridCol w="1584000"/>
                <a:gridCol w="1584000"/>
                <a:gridCol w="1584000"/>
                <a:gridCol w="1584000"/>
              </a:tblGrid>
              <a:tr h="43200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하한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중심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상한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단위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t>충전환경온도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℃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t>방전환경온도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℃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t>평가환경온도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℃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432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Standard ambient temperature: 21 - 29 degC (target 25 degC)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저장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6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1개월 저장: -10 ~ 80℃ (기준 35℃)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3개월 저장: -10 ~ 60℃ (기준 35℃)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70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1년 저장: -10 ~ 55℃ (기준 35℃)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충전 규격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6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충전 전압 4.55V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