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175A4-C470-4714-A5D5-A66B3188AE57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C5409-6E4C-4EDD-AA9E-2E8B1790F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12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0.1C, 4.55V </a:t>
            </a:r>
            <a:r>
              <a:rPr lang="ko-KR" altLang="en-US"/>
              <a:t>조건 기준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C5409-6E4C-4EDD-AA9E-2E8B1790F38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88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E0CE7-23AF-6F4B-E0FC-2D5F37E16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4D37B0-AA7B-93D9-6888-07620CEC1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7BF4D-4044-E550-943E-3A53A6D2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C00709-B948-770A-CC33-AF085F53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73E282-5287-B03D-93AB-531D9A4B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26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2A3AF-F161-8AC6-9E1B-E1BD6058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C1D64-13B8-8326-60D9-43EF343A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FE483-908D-D42A-58A7-6E00D10C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66CC0-3391-186A-2CC4-08BA356C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01026-1F00-323F-5AEF-2F4AEB92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5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14E95-FAE4-9274-FB96-246ADFE8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BE7D2B-E2F8-12E3-8086-2487101CA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DB4C-F703-CA7A-B982-013646B1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70A91-E746-17C3-0FF3-ADB9B2BD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7ABDDF-0FAD-96C9-966A-4E3B6C42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43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70D9D-46E4-40D1-FC4A-964F33E1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C159B9-F2A8-9E91-5533-40407F6E4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A28914-3860-885A-952D-BE7489B52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51A75-8105-8D14-F99D-D18E01C0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EFA10A-460E-0702-EBF3-5104A849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8E41CE-0869-B829-C8E2-4A856FC0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9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148C0-6625-4D77-0365-5D3EE633E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BE2AD-6F34-4EFB-D1AA-7ABE8A7F6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89EE01-B3FE-9006-9080-C09F28F8D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96DD0B-26AF-83C9-F552-72013C643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445F4D-7666-224A-C314-7503DD1F3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166ED1-08B9-5D2A-AAF8-CEFD9D22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B9BFA2-89CE-0257-253E-CA14989A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414632-4E61-2850-31E2-BD3A3925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07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D1270-5D5A-03C7-8EC0-EDA9F60D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D84031-92C4-737B-5A98-BF03078D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C166A5-939A-DA4F-35D6-F44EBEEC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38A0A9-AEA8-BA78-9C40-C81E22B5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60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5FC7B7-8FC2-B690-5610-E012AFBE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A90137-1ADF-90A7-6D76-5A36110D5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FADA6B-878B-B5B5-B757-04C3EF50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86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2BF61-EB03-BCD9-E313-68ECF49F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E2BAF-896F-3066-3C42-B6E8D4012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D2C76D-8B64-EC37-6AAB-F96FA850B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75B4EC-99C9-D9FB-26AA-8F5F71BB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7F6F4E-88AC-971C-71EA-F35C3152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478AE6-8AAD-D1ED-D557-486AD3C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3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4542F-C9C1-1E06-5983-8D3C97A0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13ADBB-39CA-CB48-4B6B-DB96C73BC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721213-E581-A960-68C2-3E540DE66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C29272-3F9D-B7DF-7494-28893B89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614471-BAAD-B336-2F2F-5158AD12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2997D2-66D0-93C6-8A06-607CAA10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04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24370-EC41-007C-F3C7-C938EF04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649273-4C72-BB9C-E6E0-475600D97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E1F22-EA7D-D56D-2C6C-EDBBEEF6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FF397B-5FFC-8B7D-99E4-78D79A20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3515D0-B26F-9273-C506-7DF0256E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54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47C8ED-9615-4045-214A-EBE8B7621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3813CD-A39C-4AA1-5F11-A9DE9C71F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2469C-64A2-E395-E692-4CDD0A38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7E932-B5C1-70ED-5431-EF1C36F2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E81D0-60B4-43F0-8480-83F38306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658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F637E-CB0D-7E27-9784-D983D22B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A2BB72-8B98-CE64-FF54-7E2DED299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F606E2-3E6B-B51D-6357-AA66B7C1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A8DED8-6847-6182-7152-3BD6E47C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2ACC49-53F9-2DB7-62C0-BFFFD997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69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828018-01FD-5924-CC43-5DF2DD47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E8B9A1-F84B-1407-8A6F-5BCF6F51F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7E66B-7F41-6EBE-F076-BA47ACA8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9389D-373C-4E9C-A6EE-22ECFB365AA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1D957-CCDC-3093-636C-27680BB2E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611CD-BD27-32B5-69C8-2263AD84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FDE7F-897B-4A1B-B9A5-D25F187A4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34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2A7B9-29EB-0B39-003B-F12E0736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충전환경온도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64BA70-FC9C-B4D9-8E9B-5E1E6E113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-5~55℃, </a:t>
            </a:r>
            <a:r>
              <a:rPr lang="ko-KR" altLang="en-US"/>
              <a:t>중심치 </a:t>
            </a:r>
            <a:r>
              <a:rPr lang="en-US" altLang="ko-KR"/>
              <a:t>25℃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1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1978AE-42E1-DE29-1296-3DD49499B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04543"/>
              </p:ext>
            </p:extLst>
          </p:nvPr>
        </p:nvGraphicFramePr>
        <p:xfrm>
          <a:off x="635000" y="635000"/>
          <a:ext cx="508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5443742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21015712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규격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2548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충전환경온도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-5~55℃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485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08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와이드스크린</PresentationFormat>
  <Paragraphs>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충전환경온도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Sihoon Moon</dc:creator>
  <cp:lastModifiedBy>Sihoon Moon</cp:lastModifiedBy>
  <cp:revision>1</cp:revision>
  <dcterms:created xsi:type="dcterms:W3CDTF">2026-06-29T13:19:01Z</dcterms:created>
  <dcterms:modified xsi:type="dcterms:W3CDTF">2026-06-29T13:19:01Z</dcterms:modified>
</cp:coreProperties>
</file>